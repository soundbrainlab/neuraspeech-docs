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12192000" cy="4206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9F46C4-C2AC-48E0-9FB3-36EE79A51099}" v="12" dt="2026-05-04T02:56:03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-chen Guo" userId="0986ba69-d464-4b14-8a8b-a47eb0c14b34" providerId="ADAL" clId="{B0F93451-27FD-484D-A224-18998ED63AD3}"/>
    <pc:docChg chg="undo custSel addSld modSld modMainMaster">
      <pc:chgData name="Zhe-chen Guo" userId="0986ba69-d464-4b14-8a8b-a47eb0c14b34" providerId="ADAL" clId="{B0F93451-27FD-484D-A224-18998ED63AD3}" dt="2026-05-04T02:56:11.894" v="143" actId="1076"/>
      <pc:docMkLst>
        <pc:docMk/>
      </pc:docMkLst>
      <pc:sldChg chg="addSp delSp modSp new mod">
        <pc:chgData name="Zhe-chen Guo" userId="0986ba69-d464-4b14-8a8b-a47eb0c14b34" providerId="ADAL" clId="{B0F93451-27FD-484D-A224-18998ED63AD3}" dt="2026-05-04T02:56:11.894" v="143" actId="1076"/>
        <pc:sldMkLst>
          <pc:docMk/>
          <pc:sldMk cId="1180163277" sldId="256"/>
        </pc:sldMkLst>
        <pc:spChg chg="del">
          <ac:chgData name="Zhe-chen Guo" userId="0986ba69-d464-4b14-8a8b-a47eb0c14b34" providerId="ADAL" clId="{B0F93451-27FD-484D-A224-18998ED63AD3}" dt="2026-05-04T02:48:10.032" v="1" actId="478"/>
          <ac:spMkLst>
            <pc:docMk/>
            <pc:sldMk cId="1180163277" sldId="256"/>
            <ac:spMk id="2" creationId="{382B5493-EB49-1117-682C-FE4C64AEBF6E}"/>
          </ac:spMkLst>
        </pc:spChg>
        <pc:spChg chg="del">
          <ac:chgData name="Zhe-chen Guo" userId="0986ba69-d464-4b14-8a8b-a47eb0c14b34" providerId="ADAL" clId="{B0F93451-27FD-484D-A224-18998ED63AD3}" dt="2026-05-04T02:48:10.032" v="1" actId="478"/>
          <ac:spMkLst>
            <pc:docMk/>
            <pc:sldMk cId="1180163277" sldId="256"/>
            <ac:spMk id="3" creationId="{77555C17-FF27-2E81-0FE5-3415EB4FE7A7}"/>
          </ac:spMkLst>
        </pc:spChg>
        <pc:spChg chg="add mod ord">
          <ac:chgData name="Zhe-chen Guo" userId="0986ba69-d464-4b14-8a8b-a47eb0c14b34" providerId="ADAL" clId="{B0F93451-27FD-484D-A224-18998ED63AD3}" dt="2026-05-04T02:56:11.894" v="143" actId="1076"/>
          <ac:spMkLst>
            <pc:docMk/>
            <pc:sldMk cId="1180163277" sldId="256"/>
            <ac:spMk id="6" creationId="{CCE7AA0E-FDE2-0CB5-4C51-8C6AE58F6E33}"/>
          </ac:spMkLst>
        </pc:spChg>
        <pc:spChg chg="add mod">
          <ac:chgData name="Zhe-chen Guo" userId="0986ba69-d464-4b14-8a8b-a47eb0c14b34" providerId="ADAL" clId="{B0F93451-27FD-484D-A224-18998ED63AD3}" dt="2026-05-04T02:56:11.894" v="143" actId="1076"/>
          <ac:spMkLst>
            <pc:docMk/>
            <pc:sldMk cId="1180163277" sldId="256"/>
            <ac:spMk id="7" creationId="{F20A492D-7034-0286-6367-6D3136F76DC2}"/>
          </ac:spMkLst>
        </pc:spChg>
        <pc:spChg chg="add mod">
          <ac:chgData name="Zhe-chen Guo" userId="0986ba69-d464-4b14-8a8b-a47eb0c14b34" providerId="ADAL" clId="{B0F93451-27FD-484D-A224-18998ED63AD3}" dt="2026-05-04T02:56:11.894" v="143" actId="1076"/>
          <ac:spMkLst>
            <pc:docMk/>
            <pc:sldMk cId="1180163277" sldId="256"/>
            <ac:spMk id="8" creationId="{FB8FCF9B-4765-7F62-6C50-3E08919FEFE8}"/>
          </ac:spMkLst>
        </pc:spChg>
        <pc:spChg chg="add mod">
          <ac:chgData name="Zhe-chen Guo" userId="0986ba69-d464-4b14-8a8b-a47eb0c14b34" providerId="ADAL" clId="{B0F93451-27FD-484D-A224-18998ED63AD3}" dt="2026-05-04T02:56:11.894" v="143" actId="1076"/>
          <ac:spMkLst>
            <pc:docMk/>
            <pc:sldMk cId="1180163277" sldId="256"/>
            <ac:spMk id="9" creationId="{2000C3EE-EF77-3EFF-793E-D5FEEADFDE30}"/>
          </ac:spMkLst>
        </pc:spChg>
        <pc:spChg chg="add mod">
          <ac:chgData name="Zhe-chen Guo" userId="0986ba69-d464-4b14-8a8b-a47eb0c14b34" providerId="ADAL" clId="{B0F93451-27FD-484D-A224-18998ED63AD3}" dt="2026-05-04T02:56:11.894" v="143" actId="1076"/>
          <ac:spMkLst>
            <pc:docMk/>
            <pc:sldMk cId="1180163277" sldId="256"/>
            <ac:spMk id="13" creationId="{71405019-B003-E9D5-0FEF-CD701003637D}"/>
          </ac:spMkLst>
        </pc:spChg>
        <pc:picChg chg="add mod modCrop">
          <ac:chgData name="Zhe-chen Guo" userId="0986ba69-d464-4b14-8a8b-a47eb0c14b34" providerId="ADAL" clId="{B0F93451-27FD-484D-A224-18998ED63AD3}" dt="2026-05-04T02:56:11.894" v="143" actId="1076"/>
          <ac:picMkLst>
            <pc:docMk/>
            <pc:sldMk cId="1180163277" sldId="256"/>
            <ac:picMk id="5" creationId="{A9DB0E37-960F-625F-6E93-729003C9AA5F}"/>
          </ac:picMkLst>
        </pc:picChg>
        <pc:cxnChg chg="add mod">
          <ac:chgData name="Zhe-chen Guo" userId="0986ba69-d464-4b14-8a8b-a47eb0c14b34" providerId="ADAL" clId="{B0F93451-27FD-484D-A224-18998ED63AD3}" dt="2026-05-04T02:56:11.894" v="143" actId="1076"/>
          <ac:cxnSpMkLst>
            <pc:docMk/>
            <pc:sldMk cId="1180163277" sldId="256"/>
            <ac:cxnSpMk id="11" creationId="{619B8AA5-D601-BC60-1662-DA21892D8A8D}"/>
          </ac:cxnSpMkLst>
        </pc:cxnChg>
      </pc:sldChg>
      <pc:sldMasterChg chg="modSp modSldLayout">
        <pc:chgData name="Zhe-chen Guo" userId="0986ba69-d464-4b14-8a8b-a47eb0c14b34" providerId="ADAL" clId="{B0F93451-27FD-484D-A224-18998ED63AD3}" dt="2026-05-04T02:54:59.857" v="142"/>
        <pc:sldMasterMkLst>
          <pc:docMk/>
          <pc:sldMasterMk cId="3448156925" sldId="2147483648"/>
        </pc:sldMasterMkLst>
        <pc:spChg chg="mod">
          <ac:chgData name="Zhe-chen Guo" userId="0986ba69-d464-4b14-8a8b-a47eb0c14b34" providerId="ADAL" clId="{B0F93451-27FD-484D-A224-18998ED63AD3}" dt="2026-05-04T02:54:59.857" v="142"/>
          <ac:spMkLst>
            <pc:docMk/>
            <pc:sldMasterMk cId="3448156925" sldId="2147483648"/>
            <ac:spMk id="2" creationId="{725F4726-7284-618B-83F7-CF000E9A15BB}"/>
          </ac:spMkLst>
        </pc:spChg>
        <pc:spChg chg="mod">
          <ac:chgData name="Zhe-chen Guo" userId="0986ba69-d464-4b14-8a8b-a47eb0c14b34" providerId="ADAL" clId="{B0F93451-27FD-484D-A224-18998ED63AD3}" dt="2026-05-04T02:54:59.857" v="142"/>
          <ac:spMkLst>
            <pc:docMk/>
            <pc:sldMasterMk cId="3448156925" sldId="2147483648"/>
            <ac:spMk id="3" creationId="{B52E5761-54A5-D7F1-813B-2BFB3550CF70}"/>
          </ac:spMkLst>
        </pc:spChg>
        <pc:spChg chg="mod">
          <ac:chgData name="Zhe-chen Guo" userId="0986ba69-d464-4b14-8a8b-a47eb0c14b34" providerId="ADAL" clId="{B0F93451-27FD-484D-A224-18998ED63AD3}" dt="2026-05-04T02:54:59.857" v="142"/>
          <ac:spMkLst>
            <pc:docMk/>
            <pc:sldMasterMk cId="3448156925" sldId="2147483648"/>
            <ac:spMk id="4" creationId="{9EBC0920-C2C5-0781-F2B1-94F7A4CECB3A}"/>
          </ac:spMkLst>
        </pc:spChg>
        <pc:spChg chg="mod">
          <ac:chgData name="Zhe-chen Guo" userId="0986ba69-d464-4b14-8a8b-a47eb0c14b34" providerId="ADAL" clId="{B0F93451-27FD-484D-A224-18998ED63AD3}" dt="2026-05-04T02:54:59.857" v="142"/>
          <ac:spMkLst>
            <pc:docMk/>
            <pc:sldMasterMk cId="3448156925" sldId="2147483648"/>
            <ac:spMk id="5" creationId="{128A4D2A-A5E3-5B2B-FD8C-D8D7B4D4BE83}"/>
          </ac:spMkLst>
        </pc:spChg>
        <pc:spChg chg="mod">
          <ac:chgData name="Zhe-chen Guo" userId="0986ba69-d464-4b14-8a8b-a47eb0c14b34" providerId="ADAL" clId="{B0F93451-27FD-484D-A224-18998ED63AD3}" dt="2026-05-04T02:54:59.857" v="142"/>
          <ac:spMkLst>
            <pc:docMk/>
            <pc:sldMasterMk cId="3448156925" sldId="2147483648"/>
            <ac:spMk id="6" creationId="{7C35D6F5-BA47-8BFB-0F6E-A488111A3FC3}"/>
          </ac:spMkLst>
        </pc:spChg>
        <pc:sldLayoutChg chg="modSp">
          <pc:chgData name="Zhe-chen Guo" userId="0986ba69-d464-4b14-8a8b-a47eb0c14b34" providerId="ADAL" clId="{B0F93451-27FD-484D-A224-18998ED63AD3}" dt="2026-05-04T02:54:59.857" v="142"/>
          <pc:sldLayoutMkLst>
            <pc:docMk/>
            <pc:sldMasterMk cId="3448156925" sldId="2147483648"/>
            <pc:sldLayoutMk cId="3777475413" sldId="2147483649"/>
          </pc:sldLayoutMkLst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3777475413" sldId="2147483649"/>
              <ac:spMk id="2" creationId="{C46C94E2-E3CF-57EB-E95E-757E4360E54B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3777475413" sldId="2147483649"/>
              <ac:spMk id="3" creationId="{8B1A41BB-85EC-779C-B194-C68415DF0D5E}"/>
            </ac:spMkLst>
          </pc:spChg>
        </pc:sldLayoutChg>
        <pc:sldLayoutChg chg="modSp">
          <pc:chgData name="Zhe-chen Guo" userId="0986ba69-d464-4b14-8a8b-a47eb0c14b34" providerId="ADAL" clId="{B0F93451-27FD-484D-A224-18998ED63AD3}" dt="2026-05-04T02:54:59.857" v="142"/>
          <pc:sldLayoutMkLst>
            <pc:docMk/>
            <pc:sldMasterMk cId="3448156925" sldId="2147483648"/>
            <pc:sldLayoutMk cId="289202494" sldId="2147483651"/>
          </pc:sldLayoutMkLst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289202494" sldId="2147483651"/>
              <ac:spMk id="2" creationId="{F4FE9F45-7FE9-7B44-DEB8-890B0EB1670F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289202494" sldId="2147483651"/>
              <ac:spMk id="3" creationId="{527C0CDB-5819-70BA-4DFE-D2DFEE114E39}"/>
            </ac:spMkLst>
          </pc:spChg>
        </pc:sldLayoutChg>
        <pc:sldLayoutChg chg="modSp">
          <pc:chgData name="Zhe-chen Guo" userId="0986ba69-d464-4b14-8a8b-a47eb0c14b34" providerId="ADAL" clId="{B0F93451-27FD-484D-A224-18998ED63AD3}" dt="2026-05-04T02:54:59.857" v="142"/>
          <pc:sldLayoutMkLst>
            <pc:docMk/>
            <pc:sldMasterMk cId="3448156925" sldId="2147483648"/>
            <pc:sldLayoutMk cId="1306797042" sldId="2147483652"/>
          </pc:sldLayoutMkLst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1306797042" sldId="2147483652"/>
              <ac:spMk id="3" creationId="{4393BA33-9596-20A7-1CD7-AF91D15D51AB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1306797042" sldId="2147483652"/>
              <ac:spMk id="4" creationId="{5B400411-24A7-2A16-4918-216B1A33100B}"/>
            </ac:spMkLst>
          </pc:spChg>
        </pc:sldLayoutChg>
        <pc:sldLayoutChg chg="modSp">
          <pc:chgData name="Zhe-chen Guo" userId="0986ba69-d464-4b14-8a8b-a47eb0c14b34" providerId="ADAL" clId="{B0F93451-27FD-484D-A224-18998ED63AD3}" dt="2026-05-04T02:54:59.857" v="142"/>
          <pc:sldLayoutMkLst>
            <pc:docMk/>
            <pc:sldMasterMk cId="3448156925" sldId="2147483648"/>
            <pc:sldLayoutMk cId="2884436468" sldId="2147483653"/>
          </pc:sldLayoutMkLst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2884436468" sldId="2147483653"/>
              <ac:spMk id="2" creationId="{E9B738D8-CD7E-19EC-5191-C74422F32053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2884436468" sldId="2147483653"/>
              <ac:spMk id="3" creationId="{25DFFACC-EFF4-97A9-0765-D5286BA8F2FA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2884436468" sldId="2147483653"/>
              <ac:spMk id="4" creationId="{30DEE649-0123-880A-2181-98BCC8A84CF2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2884436468" sldId="2147483653"/>
              <ac:spMk id="5" creationId="{A09A35F7-6917-9C81-89C3-BC8D4B007F2F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2884436468" sldId="2147483653"/>
              <ac:spMk id="6" creationId="{5D71DB36-1099-9B74-0726-52CA808B6D24}"/>
            </ac:spMkLst>
          </pc:spChg>
        </pc:sldLayoutChg>
        <pc:sldLayoutChg chg="modSp">
          <pc:chgData name="Zhe-chen Guo" userId="0986ba69-d464-4b14-8a8b-a47eb0c14b34" providerId="ADAL" clId="{B0F93451-27FD-484D-A224-18998ED63AD3}" dt="2026-05-04T02:54:59.857" v="142"/>
          <pc:sldLayoutMkLst>
            <pc:docMk/>
            <pc:sldMasterMk cId="3448156925" sldId="2147483648"/>
            <pc:sldLayoutMk cId="4089157903" sldId="2147483656"/>
          </pc:sldLayoutMkLst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4089157903" sldId="2147483656"/>
              <ac:spMk id="2" creationId="{79C06D1B-97F8-AFCA-280C-B788FD6D0BE3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4089157903" sldId="2147483656"/>
              <ac:spMk id="3" creationId="{F3109B94-A236-C056-178E-CC68B65ABD39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4089157903" sldId="2147483656"/>
              <ac:spMk id="4" creationId="{BB35A2DA-CF44-9D49-C3E0-28CA877585EB}"/>
            </ac:spMkLst>
          </pc:spChg>
        </pc:sldLayoutChg>
        <pc:sldLayoutChg chg="modSp">
          <pc:chgData name="Zhe-chen Guo" userId="0986ba69-d464-4b14-8a8b-a47eb0c14b34" providerId="ADAL" clId="{B0F93451-27FD-484D-A224-18998ED63AD3}" dt="2026-05-04T02:54:59.857" v="142"/>
          <pc:sldLayoutMkLst>
            <pc:docMk/>
            <pc:sldMasterMk cId="3448156925" sldId="2147483648"/>
            <pc:sldLayoutMk cId="3038183299" sldId="2147483657"/>
          </pc:sldLayoutMkLst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3038183299" sldId="2147483657"/>
              <ac:spMk id="2" creationId="{4462E36C-349E-6EF2-B7CE-2071EAD0A29D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3038183299" sldId="2147483657"/>
              <ac:spMk id="3" creationId="{EC15A1C9-18B6-FDAC-7C9C-D16C518C9CB4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3038183299" sldId="2147483657"/>
              <ac:spMk id="4" creationId="{D850AFE5-BE57-0873-8918-2AE2DC2CA023}"/>
            </ac:spMkLst>
          </pc:spChg>
        </pc:sldLayoutChg>
        <pc:sldLayoutChg chg="modSp">
          <pc:chgData name="Zhe-chen Guo" userId="0986ba69-d464-4b14-8a8b-a47eb0c14b34" providerId="ADAL" clId="{B0F93451-27FD-484D-A224-18998ED63AD3}" dt="2026-05-04T02:54:59.857" v="142"/>
          <pc:sldLayoutMkLst>
            <pc:docMk/>
            <pc:sldMasterMk cId="3448156925" sldId="2147483648"/>
            <pc:sldLayoutMk cId="1058493177" sldId="2147483659"/>
          </pc:sldLayoutMkLst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1058493177" sldId="2147483659"/>
              <ac:spMk id="2" creationId="{F9D41D22-123A-0CAE-B72E-ED147A78985D}"/>
            </ac:spMkLst>
          </pc:spChg>
          <pc:spChg chg="mod">
            <ac:chgData name="Zhe-chen Guo" userId="0986ba69-d464-4b14-8a8b-a47eb0c14b34" providerId="ADAL" clId="{B0F93451-27FD-484D-A224-18998ED63AD3}" dt="2026-05-04T02:54:59.857" v="142"/>
            <ac:spMkLst>
              <pc:docMk/>
              <pc:sldMasterMk cId="3448156925" sldId="2147483648"/>
              <pc:sldLayoutMk cId="1058493177" sldId="2147483659"/>
              <ac:spMk id="3" creationId="{9708A4BB-D627-F5DA-0699-9EC9C67F6246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88486"/>
            <a:ext cx="9144000" cy="1464616"/>
          </a:xfrm>
        </p:spPr>
        <p:txBody>
          <a:bodyPr anchor="b"/>
          <a:lstStyle>
            <a:lvl1pPr algn="ctr">
              <a:defRPr sz="3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09584"/>
            <a:ext cx="9144000" cy="1015687"/>
          </a:xfrm>
        </p:spPr>
        <p:txBody>
          <a:bodyPr/>
          <a:lstStyle>
            <a:lvl1pPr marL="0" indent="0" algn="ctr">
              <a:buNone/>
              <a:defRPr sz="1472"/>
            </a:lvl1pPr>
            <a:lvl2pPr marL="280446" indent="0" algn="ctr">
              <a:buNone/>
              <a:defRPr sz="1227"/>
            </a:lvl2pPr>
            <a:lvl3pPr marL="560893" indent="0" algn="ctr">
              <a:buNone/>
              <a:defRPr sz="1104"/>
            </a:lvl3pPr>
            <a:lvl4pPr marL="841339" indent="0" algn="ctr">
              <a:buNone/>
              <a:defRPr sz="981"/>
            </a:lvl4pPr>
            <a:lvl5pPr marL="1121786" indent="0" algn="ctr">
              <a:buNone/>
              <a:defRPr sz="981"/>
            </a:lvl5pPr>
            <a:lvl6pPr marL="1402232" indent="0" algn="ctr">
              <a:buNone/>
              <a:defRPr sz="981"/>
            </a:lvl6pPr>
            <a:lvl7pPr marL="1682679" indent="0" algn="ctr">
              <a:buNone/>
              <a:defRPr sz="981"/>
            </a:lvl7pPr>
            <a:lvl8pPr marL="1963125" indent="0" algn="ctr">
              <a:buNone/>
              <a:defRPr sz="981"/>
            </a:lvl8pPr>
            <a:lvl9pPr marL="2243572" indent="0" algn="ctr">
              <a:buNone/>
              <a:defRPr sz="98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6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35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48798"/>
            <a:ext cx="10515600" cy="1749943"/>
          </a:xfrm>
        </p:spPr>
        <p:txBody>
          <a:bodyPr anchor="b"/>
          <a:lstStyle>
            <a:lvl1pPr>
              <a:defRPr sz="3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815296"/>
            <a:ext cx="10515600" cy="920254"/>
          </a:xfrm>
        </p:spPr>
        <p:txBody>
          <a:bodyPr/>
          <a:lstStyle>
            <a:lvl1pPr marL="0" indent="0">
              <a:buNone/>
              <a:defRPr sz="1472">
                <a:solidFill>
                  <a:schemeClr val="tx1">
                    <a:tint val="82000"/>
                  </a:schemeClr>
                </a:solidFill>
              </a:defRPr>
            </a:lvl1pPr>
            <a:lvl2pPr marL="280446" indent="0">
              <a:buNone/>
              <a:defRPr sz="1227">
                <a:solidFill>
                  <a:schemeClr val="tx1">
                    <a:tint val="82000"/>
                  </a:schemeClr>
                </a:solidFill>
              </a:defRPr>
            </a:lvl2pPr>
            <a:lvl3pPr marL="560893" indent="0">
              <a:buNone/>
              <a:defRPr sz="1104">
                <a:solidFill>
                  <a:schemeClr val="tx1">
                    <a:tint val="82000"/>
                  </a:schemeClr>
                </a:solidFill>
              </a:defRPr>
            </a:lvl3pPr>
            <a:lvl4pPr marL="841339" indent="0">
              <a:buNone/>
              <a:defRPr sz="981">
                <a:solidFill>
                  <a:schemeClr val="tx1">
                    <a:tint val="82000"/>
                  </a:schemeClr>
                </a:solidFill>
              </a:defRPr>
            </a:lvl4pPr>
            <a:lvl5pPr marL="1121786" indent="0">
              <a:buNone/>
              <a:defRPr sz="981">
                <a:solidFill>
                  <a:schemeClr val="tx1">
                    <a:tint val="82000"/>
                  </a:schemeClr>
                </a:solidFill>
              </a:defRPr>
            </a:lvl5pPr>
            <a:lvl6pPr marL="1402232" indent="0">
              <a:buNone/>
              <a:defRPr sz="981">
                <a:solidFill>
                  <a:schemeClr val="tx1">
                    <a:tint val="82000"/>
                  </a:schemeClr>
                </a:solidFill>
              </a:defRPr>
            </a:lvl6pPr>
            <a:lvl7pPr marL="1682679" indent="0">
              <a:buNone/>
              <a:defRPr sz="981">
                <a:solidFill>
                  <a:schemeClr val="tx1">
                    <a:tint val="82000"/>
                  </a:schemeClr>
                </a:solidFill>
              </a:defRPr>
            </a:lvl7pPr>
            <a:lvl8pPr marL="1963125" indent="0">
              <a:buNone/>
              <a:defRPr sz="981">
                <a:solidFill>
                  <a:schemeClr val="tx1">
                    <a:tint val="82000"/>
                  </a:schemeClr>
                </a:solidFill>
              </a:defRPr>
            </a:lvl8pPr>
            <a:lvl9pPr marL="2243572" indent="0">
              <a:buNone/>
              <a:defRPr sz="98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1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19885"/>
            <a:ext cx="5181600" cy="266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19885"/>
            <a:ext cx="5181600" cy="266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7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23977"/>
            <a:ext cx="10515600" cy="8131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31269"/>
            <a:ext cx="5157787" cy="505409"/>
          </a:xfrm>
        </p:spPr>
        <p:txBody>
          <a:bodyPr anchor="b"/>
          <a:lstStyle>
            <a:lvl1pPr marL="0" indent="0">
              <a:buNone/>
              <a:defRPr sz="1472" b="1"/>
            </a:lvl1pPr>
            <a:lvl2pPr marL="280446" indent="0">
              <a:buNone/>
              <a:defRPr sz="1227" b="1"/>
            </a:lvl2pPr>
            <a:lvl3pPr marL="560893" indent="0">
              <a:buNone/>
              <a:defRPr sz="1104" b="1"/>
            </a:lvl3pPr>
            <a:lvl4pPr marL="841339" indent="0">
              <a:buNone/>
              <a:defRPr sz="981" b="1"/>
            </a:lvl4pPr>
            <a:lvl5pPr marL="1121786" indent="0">
              <a:buNone/>
              <a:defRPr sz="981" b="1"/>
            </a:lvl5pPr>
            <a:lvl6pPr marL="1402232" indent="0">
              <a:buNone/>
              <a:defRPr sz="981" b="1"/>
            </a:lvl6pPr>
            <a:lvl7pPr marL="1682679" indent="0">
              <a:buNone/>
              <a:defRPr sz="981" b="1"/>
            </a:lvl7pPr>
            <a:lvl8pPr marL="1963125" indent="0">
              <a:buNone/>
              <a:defRPr sz="981" b="1"/>
            </a:lvl8pPr>
            <a:lvl9pPr marL="2243572" indent="0">
              <a:buNone/>
              <a:defRPr sz="98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536678"/>
            <a:ext cx="5157787" cy="22602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31269"/>
            <a:ext cx="5183188" cy="505409"/>
          </a:xfrm>
        </p:spPr>
        <p:txBody>
          <a:bodyPr anchor="b"/>
          <a:lstStyle>
            <a:lvl1pPr marL="0" indent="0">
              <a:buNone/>
              <a:defRPr sz="1472" b="1"/>
            </a:lvl1pPr>
            <a:lvl2pPr marL="280446" indent="0">
              <a:buNone/>
              <a:defRPr sz="1227" b="1"/>
            </a:lvl2pPr>
            <a:lvl3pPr marL="560893" indent="0">
              <a:buNone/>
              <a:defRPr sz="1104" b="1"/>
            </a:lvl3pPr>
            <a:lvl4pPr marL="841339" indent="0">
              <a:buNone/>
              <a:defRPr sz="981" b="1"/>
            </a:lvl4pPr>
            <a:lvl5pPr marL="1121786" indent="0">
              <a:buNone/>
              <a:defRPr sz="981" b="1"/>
            </a:lvl5pPr>
            <a:lvl6pPr marL="1402232" indent="0">
              <a:buNone/>
              <a:defRPr sz="981" b="1"/>
            </a:lvl6pPr>
            <a:lvl7pPr marL="1682679" indent="0">
              <a:buNone/>
              <a:defRPr sz="981" b="1"/>
            </a:lvl7pPr>
            <a:lvl8pPr marL="1963125" indent="0">
              <a:buNone/>
              <a:defRPr sz="981" b="1"/>
            </a:lvl8pPr>
            <a:lvl9pPr marL="2243572" indent="0">
              <a:buNone/>
              <a:defRPr sz="98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36678"/>
            <a:ext cx="5183188" cy="22602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55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6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830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0458"/>
            <a:ext cx="3932237" cy="981604"/>
          </a:xfrm>
        </p:spPr>
        <p:txBody>
          <a:bodyPr anchor="b"/>
          <a:lstStyle>
            <a:lvl1pPr>
              <a:defRPr sz="1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05712"/>
            <a:ext cx="6172200" cy="2989608"/>
          </a:xfrm>
        </p:spPr>
        <p:txBody>
          <a:bodyPr/>
          <a:lstStyle>
            <a:lvl1pPr>
              <a:defRPr sz="1963"/>
            </a:lvl1pPr>
            <a:lvl2pPr>
              <a:defRPr sz="1718"/>
            </a:lvl2pPr>
            <a:lvl3pPr>
              <a:defRPr sz="1472"/>
            </a:lvl3pPr>
            <a:lvl4pPr>
              <a:defRPr sz="1227"/>
            </a:lvl4pPr>
            <a:lvl5pPr>
              <a:defRPr sz="1227"/>
            </a:lvl5pPr>
            <a:lvl6pPr>
              <a:defRPr sz="1227"/>
            </a:lvl6pPr>
            <a:lvl7pPr>
              <a:defRPr sz="1227"/>
            </a:lvl7pPr>
            <a:lvl8pPr>
              <a:defRPr sz="1227"/>
            </a:lvl8pPr>
            <a:lvl9pPr>
              <a:defRPr sz="12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62062"/>
            <a:ext cx="3932237" cy="2338127"/>
          </a:xfrm>
        </p:spPr>
        <p:txBody>
          <a:bodyPr/>
          <a:lstStyle>
            <a:lvl1pPr marL="0" indent="0">
              <a:buNone/>
              <a:defRPr sz="981"/>
            </a:lvl1pPr>
            <a:lvl2pPr marL="280446" indent="0">
              <a:buNone/>
              <a:defRPr sz="859"/>
            </a:lvl2pPr>
            <a:lvl3pPr marL="560893" indent="0">
              <a:buNone/>
              <a:defRPr sz="736"/>
            </a:lvl3pPr>
            <a:lvl4pPr marL="841339" indent="0">
              <a:buNone/>
              <a:defRPr sz="613"/>
            </a:lvl4pPr>
            <a:lvl5pPr marL="1121786" indent="0">
              <a:buNone/>
              <a:defRPr sz="613"/>
            </a:lvl5pPr>
            <a:lvl6pPr marL="1402232" indent="0">
              <a:buNone/>
              <a:defRPr sz="613"/>
            </a:lvl6pPr>
            <a:lvl7pPr marL="1682679" indent="0">
              <a:buNone/>
              <a:defRPr sz="613"/>
            </a:lvl7pPr>
            <a:lvl8pPr marL="1963125" indent="0">
              <a:buNone/>
              <a:defRPr sz="613"/>
            </a:lvl8pPr>
            <a:lvl9pPr marL="2243572" indent="0">
              <a:buNone/>
              <a:defRPr sz="6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0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0458"/>
            <a:ext cx="3932237" cy="981604"/>
          </a:xfrm>
        </p:spPr>
        <p:txBody>
          <a:bodyPr anchor="b"/>
          <a:lstStyle>
            <a:lvl1pPr>
              <a:defRPr sz="1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05712"/>
            <a:ext cx="6172200" cy="2989608"/>
          </a:xfrm>
        </p:spPr>
        <p:txBody>
          <a:bodyPr anchor="t"/>
          <a:lstStyle>
            <a:lvl1pPr marL="0" indent="0">
              <a:buNone/>
              <a:defRPr sz="1963"/>
            </a:lvl1pPr>
            <a:lvl2pPr marL="280446" indent="0">
              <a:buNone/>
              <a:defRPr sz="1718"/>
            </a:lvl2pPr>
            <a:lvl3pPr marL="560893" indent="0">
              <a:buNone/>
              <a:defRPr sz="1472"/>
            </a:lvl3pPr>
            <a:lvl4pPr marL="841339" indent="0">
              <a:buNone/>
              <a:defRPr sz="1227"/>
            </a:lvl4pPr>
            <a:lvl5pPr marL="1121786" indent="0">
              <a:buNone/>
              <a:defRPr sz="1227"/>
            </a:lvl5pPr>
            <a:lvl6pPr marL="1402232" indent="0">
              <a:buNone/>
              <a:defRPr sz="1227"/>
            </a:lvl6pPr>
            <a:lvl7pPr marL="1682679" indent="0">
              <a:buNone/>
              <a:defRPr sz="1227"/>
            </a:lvl7pPr>
            <a:lvl8pPr marL="1963125" indent="0">
              <a:buNone/>
              <a:defRPr sz="1227"/>
            </a:lvl8pPr>
            <a:lvl9pPr marL="2243572" indent="0">
              <a:buNone/>
              <a:defRPr sz="12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62062"/>
            <a:ext cx="3932237" cy="2338127"/>
          </a:xfrm>
        </p:spPr>
        <p:txBody>
          <a:bodyPr/>
          <a:lstStyle>
            <a:lvl1pPr marL="0" indent="0">
              <a:buNone/>
              <a:defRPr sz="981"/>
            </a:lvl1pPr>
            <a:lvl2pPr marL="280446" indent="0">
              <a:buNone/>
              <a:defRPr sz="859"/>
            </a:lvl2pPr>
            <a:lvl3pPr marL="560893" indent="0">
              <a:buNone/>
              <a:defRPr sz="736"/>
            </a:lvl3pPr>
            <a:lvl4pPr marL="841339" indent="0">
              <a:buNone/>
              <a:defRPr sz="613"/>
            </a:lvl4pPr>
            <a:lvl5pPr marL="1121786" indent="0">
              <a:buNone/>
              <a:defRPr sz="613"/>
            </a:lvl5pPr>
            <a:lvl6pPr marL="1402232" indent="0">
              <a:buNone/>
              <a:defRPr sz="613"/>
            </a:lvl6pPr>
            <a:lvl7pPr marL="1682679" indent="0">
              <a:buNone/>
              <a:defRPr sz="613"/>
            </a:lvl7pPr>
            <a:lvl8pPr marL="1963125" indent="0">
              <a:buNone/>
              <a:defRPr sz="613"/>
            </a:lvl8pPr>
            <a:lvl9pPr marL="2243572" indent="0">
              <a:buNone/>
              <a:defRPr sz="6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58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07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23977"/>
            <a:ext cx="2628900" cy="35651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23977"/>
            <a:ext cx="7734300" cy="35651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3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3977"/>
            <a:ext cx="10515600" cy="813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9885"/>
            <a:ext cx="10515600" cy="266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899150"/>
            <a:ext cx="2743200" cy="22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E8F5E-7BF2-4272-95A1-962DB877861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899150"/>
            <a:ext cx="4114800" cy="22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899150"/>
            <a:ext cx="2743200" cy="22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5DDC2-9EF8-4A91-95FF-D0B1B8C7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6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60893" rtl="0" eaLnBrk="1" latinLnBrk="0" hangingPunct="1">
        <a:lnSpc>
          <a:spcPct val="90000"/>
        </a:lnSpc>
        <a:spcBef>
          <a:spcPct val="0"/>
        </a:spcBef>
        <a:buNone/>
        <a:defRPr sz="26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223" indent="-140223" algn="l" defTabSz="560893" rtl="0" eaLnBrk="1" latinLnBrk="0" hangingPunct="1">
        <a:lnSpc>
          <a:spcPct val="90000"/>
        </a:lnSpc>
        <a:spcBef>
          <a:spcPts val="613"/>
        </a:spcBef>
        <a:buFont typeface="Arial" panose="020B0604020202020204" pitchFamily="34" charset="0"/>
        <a:buChar char="•"/>
        <a:defRPr sz="1718" kern="1200">
          <a:solidFill>
            <a:schemeClr val="tx1"/>
          </a:solidFill>
          <a:latin typeface="+mn-lt"/>
          <a:ea typeface="+mn-ea"/>
          <a:cs typeface="+mn-cs"/>
        </a:defRPr>
      </a:lvl1pPr>
      <a:lvl2pPr marL="420670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472" kern="1200">
          <a:solidFill>
            <a:schemeClr val="tx1"/>
          </a:solidFill>
          <a:latin typeface="+mn-lt"/>
          <a:ea typeface="+mn-ea"/>
          <a:cs typeface="+mn-cs"/>
        </a:defRPr>
      </a:lvl2pPr>
      <a:lvl3pPr marL="701116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3pPr>
      <a:lvl4pPr marL="981563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4pPr>
      <a:lvl5pPr marL="1262009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5pPr>
      <a:lvl6pPr marL="1542456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6pPr>
      <a:lvl7pPr marL="1822902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7pPr>
      <a:lvl8pPr marL="2103349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8pPr>
      <a:lvl9pPr marL="2383795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1pPr>
      <a:lvl2pPr marL="280446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2pPr>
      <a:lvl3pPr marL="560893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3pPr>
      <a:lvl4pPr marL="841339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4pPr>
      <a:lvl5pPr marL="1121786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5pPr>
      <a:lvl6pPr marL="1402232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6pPr>
      <a:lvl7pPr marL="1682679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7pPr>
      <a:lvl8pPr marL="1963125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8pPr>
      <a:lvl9pPr marL="2243572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DB0E37-960F-625F-6E93-729003C9AA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18" b="21543"/>
          <a:stretch>
            <a:fillRect/>
          </a:stretch>
        </p:blipFill>
        <p:spPr>
          <a:xfrm>
            <a:off x="555151" y="71290"/>
            <a:ext cx="11636849" cy="36268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0A492D-7034-0286-6367-6D3136F76DC2}"/>
              </a:ext>
            </a:extLst>
          </p:cNvPr>
          <p:cNvSpPr/>
          <p:nvPr/>
        </p:nvSpPr>
        <p:spPr>
          <a:xfrm>
            <a:off x="664270" y="71290"/>
            <a:ext cx="296334" cy="38438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7AA0E-FDE2-0CB5-4C51-8C6AE58F6E33}"/>
              </a:ext>
            </a:extLst>
          </p:cNvPr>
          <p:cNvSpPr txBox="1"/>
          <p:nvPr/>
        </p:nvSpPr>
        <p:spPr>
          <a:xfrm>
            <a:off x="16570" y="297478"/>
            <a:ext cx="10141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Audio waveform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FCF9B-4765-7F62-6C50-3E08919FEFE8}"/>
              </a:ext>
            </a:extLst>
          </p:cNvPr>
          <p:cNvSpPr txBox="1"/>
          <p:nvPr/>
        </p:nvSpPr>
        <p:spPr>
          <a:xfrm>
            <a:off x="-7" y="1322235"/>
            <a:ext cx="10141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Acoustic envelope </a:t>
            </a:r>
          </a:p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(8 bands)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00C3EE-EF77-3EFF-793E-D5FEEADFDE30}"/>
              </a:ext>
            </a:extLst>
          </p:cNvPr>
          <p:cNvSpPr txBox="1"/>
          <p:nvPr/>
        </p:nvSpPr>
        <p:spPr>
          <a:xfrm>
            <a:off x="-7" y="2629388"/>
            <a:ext cx="10141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Acoustic onsets </a:t>
            </a:r>
          </a:p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(8 bands)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9B8AA5-D601-BC60-1662-DA21892D8A8D}"/>
              </a:ext>
            </a:extLst>
          </p:cNvPr>
          <p:cNvCxnSpPr>
            <a:cxnSpLocks/>
          </p:cNvCxnSpPr>
          <p:nvPr/>
        </p:nvCxnSpPr>
        <p:spPr>
          <a:xfrm>
            <a:off x="960604" y="3891738"/>
            <a:ext cx="11106542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405019-B003-E9D5-0FEF-CD701003637D}"/>
              </a:ext>
            </a:extLst>
          </p:cNvPr>
          <p:cNvSpPr txBox="1"/>
          <p:nvPr/>
        </p:nvSpPr>
        <p:spPr>
          <a:xfrm>
            <a:off x="6197736" y="3868321"/>
            <a:ext cx="632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180163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15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Northwestern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Zhe-chen Guo</dc:creator>
  <cp:lastModifiedBy>Zhe-chen Guo</cp:lastModifiedBy>
  <cp:revision>1</cp:revision>
  <dcterms:created xsi:type="dcterms:W3CDTF">2026-05-04T02:48:06Z</dcterms:created>
  <dcterms:modified xsi:type="dcterms:W3CDTF">2026-05-04T02:56:12Z</dcterms:modified>
</cp:coreProperties>
</file>