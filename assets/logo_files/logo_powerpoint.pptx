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6" r:id="rId2"/>
  </p:sldIdLst>
  <p:sldSz cx="3932238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88D46-990D-482B-94FB-BE8FCB6E3FAD}" v="42" dt="2025-12-15T23:56:21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629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-chen Guo" userId="0986ba69-d464-4b14-8a8b-a47eb0c14b34" providerId="ADAL" clId="{B0F93451-27FD-484D-A224-18998ED63AD3}"/>
    <pc:docChg chg="undo custSel addSld delSld modSld modMainMaster">
      <pc:chgData name="Zhe-chen Guo" userId="0986ba69-d464-4b14-8a8b-a47eb0c14b34" providerId="ADAL" clId="{B0F93451-27FD-484D-A224-18998ED63AD3}" dt="2025-12-15T23:59:47.487" v="562" actId="478"/>
      <pc:docMkLst>
        <pc:docMk/>
      </pc:docMkLst>
      <pc:sldChg chg="addSp delSp modSp new mod">
        <pc:chgData name="Zhe-chen Guo" userId="0986ba69-d464-4b14-8a8b-a47eb0c14b34" providerId="ADAL" clId="{B0F93451-27FD-484D-A224-18998ED63AD3}" dt="2025-12-15T23:59:47.487" v="562" actId="478"/>
        <pc:sldMkLst>
          <pc:docMk/>
          <pc:sldMk cId="2369247033" sldId="256"/>
        </pc:sldMkLst>
        <pc:spChg chg="del">
          <ac:chgData name="Zhe-chen Guo" userId="0986ba69-d464-4b14-8a8b-a47eb0c14b34" providerId="ADAL" clId="{B0F93451-27FD-484D-A224-18998ED63AD3}" dt="2025-12-15T23:15:58.388" v="1" actId="478"/>
          <ac:spMkLst>
            <pc:docMk/>
            <pc:sldMk cId="2369247033" sldId="256"/>
            <ac:spMk id="2" creationId="{D062CF3F-8F7F-CDE6-560A-BFD77CA329B4}"/>
          </ac:spMkLst>
        </pc:spChg>
        <pc:spChg chg="add del mod ord">
          <ac:chgData name="Zhe-chen Guo" userId="0986ba69-d464-4b14-8a8b-a47eb0c14b34" providerId="ADAL" clId="{B0F93451-27FD-484D-A224-18998ED63AD3}" dt="2025-12-15T23:40:55.775" v="193" actId="478"/>
          <ac:spMkLst>
            <pc:docMk/>
            <pc:sldMk cId="2369247033" sldId="256"/>
            <ac:spMk id="2" creationId="{F4040E93-6C9B-5B97-2E96-BB5246697C3C}"/>
          </ac:spMkLst>
        </pc:spChg>
        <pc:spChg chg="del">
          <ac:chgData name="Zhe-chen Guo" userId="0986ba69-d464-4b14-8a8b-a47eb0c14b34" providerId="ADAL" clId="{B0F93451-27FD-484D-A224-18998ED63AD3}" dt="2025-12-15T23:15:58.388" v="1" actId="478"/>
          <ac:spMkLst>
            <pc:docMk/>
            <pc:sldMk cId="2369247033" sldId="256"/>
            <ac:spMk id="3" creationId="{10D6ACD6-A53A-22BB-DB6B-300616172FDA}"/>
          </ac:spMkLst>
        </pc:spChg>
        <pc:spChg chg="add mod ord topLvl">
          <ac:chgData name="Zhe-chen Guo" userId="0986ba69-d464-4b14-8a8b-a47eb0c14b34" providerId="ADAL" clId="{B0F93451-27FD-484D-A224-18998ED63AD3}" dt="2025-12-15T23:51:32.908" v="383" actId="1076"/>
          <ac:spMkLst>
            <pc:docMk/>
            <pc:sldMk cId="2369247033" sldId="256"/>
            <ac:spMk id="6" creationId="{F197A1A7-A603-576F-38A1-C6953CFC7DA5}"/>
          </ac:spMkLst>
        </pc:spChg>
        <pc:spChg chg="add del">
          <ac:chgData name="Zhe-chen Guo" userId="0986ba69-d464-4b14-8a8b-a47eb0c14b34" providerId="ADAL" clId="{B0F93451-27FD-484D-A224-18998ED63AD3}" dt="2025-12-15T23:22:38.604" v="42" actId="478"/>
          <ac:spMkLst>
            <pc:docMk/>
            <pc:sldMk cId="2369247033" sldId="256"/>
            <ac:spMk id="7" creationId="{8F4BC70E-7991-F8D8-989D-D000DCD7BCC5}"/>
          </ac:spMkLst>
        </pc:spChg>
        <pc:spChg chg="add del mod ord">
          <ac:chgData name="Zhe-chen Guo" userId="0986ba69-d464-4b14-8a8b-a47eb0c14b34" providerId="ADAL" clId="{B0F93451-27FD-484D-A224-18998ED63AD3}" dt="2025-12-15T23:35:40.662" v="187" actId="478"/>
          <ac:spMkLst>
            <pc:docMk/>
            <pc:sldMk cId="2369247033" sldId="256"/>
            <ac:spMk id="11" creationId="{79AB8832-1197-D3EF-91A0-A91BFC8B93C7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14" creationId="{72DA541C-425B-8C2B-B1A8-2FA19BC02751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30" creationId="{8C9C1DC8-D5FA-827A-ECF1-7ABB7F7B09F8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61" creationId="{403DEB1D-8910-762E-6E3E-40D1BA5C5FE5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63" creationId="{989E34FE-3F7E-4E1D-48B1-F09C0F5D69F4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155" creationId="{44C34F9F-AE5D-33F9-9E35-A37D660A3A07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182" creationId="{D1DBDB5D-089D-A1FF-F662-0449AC711DD0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191" creationId="{EB62837F-EBE5-459D-911D-7DDE9C11F24D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226" creationId="{F0603BA0-C20C-8FB8-8D37-49034B89BAED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228" creationId="{559536B4-9B56-4176-6786-C5C51E5D263C}"/>
          </ac:spMkLst>
        </pc:spChg>
        <pc:spChg chg="mod">
          <ac:chgData name="Zhe-chen Guo" userId="0986ba69-d464-4b14-8a8b-a47eb0c14b34" providerId="ADAL" clId="{B0F93451-27FD-484D-A224-18998ED63AD3}" dt="2025-12-15T23:46:55.347" v="194" actId="27803"/>
          <ac:spMkLst>
            <pc:docMk/>
            <pc:sldMk cId="2369247033" sldId="256"/>
            <ac:spMk id="279" creationId="{52EB0228-623A-7177-0B7A-2A2A8A34CAE4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347" creationId="{E1956C45-71F7-33BD-64B2-42DF547F58D6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354" creationId="{43BB543C-8DAB-FCA3-13FB-E26DE378FC0C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356" creationId="{5CCA2ABE-5E71-925A-98A4-3ABAF3D3D612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365" creationId="{4BCCC8C5-0416-8101-3545-5CA4D8BB14D3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391" creationId="{8B12D7EB-19FC-B0D6-2D2C-3F30BDBFAA99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425" creationId="{E5EA5910-9174-44F9-8044-28E0A9DA6BFE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444" creationId="{3CE3977B-E498-BDE3-D404-EC8CC32ACAB1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538" creationId="{DE37E744-121A-087A-1166-90275EC62C47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544" creationId="{0F6B866E-9254-27CA-F8CE-A2BDF1041DB0}"/>
          </ac:spMkLst>
        </pc:spChg>
        <pc:spChg chg="mod">
          <ac:chgData name="Zhe-chen Guo" userId="0986ba69-d464-4b14-8a8b-a47eb0c14b34" providerId="ADAL" clId="{B0F93451-27FD-484D-A224-18998ED63AD3}" dt="2025-12-15T23:47:03.718" v="196" actId="27803"/>
          <ac:spMkLst>
            <pc:docMk/>
            <pc:sldMk cId="2369247033" sldId="256"/>
            <ac:spMk id="550" creationId="{24C95057-79B7-AEB1-DA5F-6E1BD39B1FC2}"/>
          </ac:spMkLst>
        </pc:spChg>
        <pc:grpChg chg="add del mod">
          <ac:chgData name="Zhe-chen Guo" userId="0986ba69-d464-4b14-8a8b-a47eb0c14b34" providerId="ADAL" clId="{B0F93451-27FD-484D-A224-18998ED63AD3}" dt="2025-12-15T23:31:15.491" v="86" actId="165"/>
          <ac:grpSpMkLst>
            <pc:docMk/>
            <pc:sldMk cId="2369247033" sldId="256"/>
            <ac:grpSpMk id="8" creationId="{87554845-52BA-4AC9-9F8E-3F4CE1621E47}"/>
          </ac:grpSpMkLst>
        </pc:grpChg>
        <pc:grpChg chg="del">
          <ac:chgData name="Zhe-chen Guo" userId="0986ba69-d464-4b14-8a8b-a47eb0c14b34" providerId="ADAL" clId="{B0F93451-27FD-484D-A224-18998ED63AD3}" dt="2025-12-15T23:47:06.133" v="197" actId="478"/>
          <ac:grpSpMkLst>
            <pc:docMk/>
            <pc:sldMk cId="2369247033" sldId="256"/>
            <ac:grpSpMk id="284" creationId="{F7D47790-F08E-F503-60B3-45101486F739}"/>
          </ac:grpSpMkLst>
        </pc:grpChg>
        <pc:picChg chg="add mod ord topLvl modCrop">
          <ac:chgData name="Zhe-chen Guo" userId="0986ba69-d464-4b14-8a8b-a47eb0c14b34" providerId="ADAL" clId="{B0F93451-27FD-484D-A224-18998ED63AD3}" dt="2025-12-15T23:46:58.472" v="195" actId="27803"/>
          <ac:picMkLst>
            <pc:docMk/>
            <pc:sldMk cId="2369247033" sldId="256"/>
            <ac:picMk id="5" creationId="{7B22D220-B944-0FA8-6C07-FB96ED9B6750}"/>
          </ac:picMkLst>
        </pc:picChg>
        <pc:picChg chg="add del mod">
          <ac:chgData name="Zhe-chen Guo" userId="0986ba69-d464-4b14-8a8b-a47eb0c14b34" providerId="ADAL" clId="{B0F93451-27FD-484D-A224-18998ED63AD3}" dt="2025-12-15T23:33:19.090" v="105" actId="478"/>
          <ac:picMkLst>
            <pc:docMk/>
            <pc:sldMk cId="2369247033" sldId="256"/>
            <ac:picMk id="10" creationId="{3181CE5C-2502-E17C-7D04-C2AA2C8248D4}"/>
          </ac:picMkLst>
        </pc:picChg>
        <pc:picChg chg="add mod ord modCrop">
          <ac:chgData name="Zhe-chen Guo" userId="0986ba69-d464-4b14-8a8b-a47eb0c14b34" providerId="ADAL" clId="{B0F93451-27FD-484D-A224-18998ED63AD3}" dt="2025-12-15T23:56:14.310" v="420" actId="29295"/>
          <ac:picMkLst>
            <pc:docMk/>
            <pc:sldMk cId="2369247033" sldId="256"/>
            <ac:picMk id="565" creationId="{A3D011CC-8EDE-28E1-D312-046034461755}"/>
          </ac:picMkLst>
        </pc:picChg>
        <pc:picChg chg="add del mod">
          <ac:chgData name="Zhe-chen Guo" userId="0986ba69-d464-4b14-8a8b-a47eb0c14b34" providerId="ADAL" clId="{B0F93451-27FD-484D-A224-18998ED63AD3}" dt="2025-12-15T23:52:49.040" v="411" actId="478"/>
          <ac:picMkLst>
            <pc:docMk/>
            <pc:sldMk cId="2369247033" sldId="256"/>
            <ac:picMk id="567" creationId="{F254CCAD-A117-AFFE-6FD1-3B0956FDFC7F}"/>
          </ac:picMkLst>
        </pc:picChg>
        <pc:picChg chg="add del mod">
          <ac:chgData name="Zhe-chen Guo" userId="0986ba69-d464-4b14-8a8b-a47eb0c14b34" providerId="ADAL" clId="{B0F93451-27FD-484D-A224-18998ED63AD3}" dt="2025-12-15T23:55:24.349" v="415" actId="478"/>
          <ac:picMkLst>
            <pc:docMk/>
            <pc:sldMk cId="2369247033" sldId="256"/>
            <ac:picMk id="569" creationId="{3572921C-16A5-2F90-349E-844B49463C9C}"/>
          </ac:picMkLst>
        </pc:picChg>
        <pc:picChg chg="add del mod ord modCrop">
          <ac:chgData name="Zhe-chen Guo" userId="0986ba69-d464-4b14-8a8b-a47eb0c14b34" providerId="ADAL" clId="{B0F93451-27FD-484D-A224-18998ED63AD3}" dt="2025-12-15T23:59:46.544" v="561" actId="478"/>
          <ac:picMkLst>
            <pc:docMk/>
            <pc:sldMk cId="2369247033" sldId="256"/>
            <ac:picMk id="571" creationId="{6FC784B2-6E5E-A7BC-8552-E4D90F9916D6}"/>
          </ac:picMkLst>
        </pc:picChg>
        <pc:inkChg chg="add del">
          <ac:chgData name="Zhe-chen Guo" userId="0986ba69-d464-4b14-8a8b-a47eb0c14b34" providerId="ADAL" clId="{B0F93451-27FD-484D-A224-18998ED63AD3}" dt="2025-12-15T23:59:47.487" v="562" actId="478"/>
          <ac:inkMkLst>
            <pc:docMk/>
            <pc:sldMk cId="2369247033" sldId="256"/>
            <ac:inkMk id="572" creationId="{695CC665-E671-2927-6F41-35032F016BC2}"/>
          </ac:inkMkLst>
        </pc:inkChg>
      </pc:sldChg>
      <pc:sldChg chg="addSp delSp modSp new del mod">
        <pc:chgData name="Zhe-chen Guo" userId="0986ba69-d464-4b14-8a8b-a47eb0c14b34" providerId="ADAL" clId="{B0F93451-27FD-484D-A224-18998ED63AD3}" dt="2025-12-15T23:35:44.563" v="188" actId="47"/>
        <pc:sldMkLst>
          <pc:docMk/>
          <pc:sldMk cId="2778852329" sldId="257"/>
        </pc:sldMkLst>
        <pc:spChg chg="del">
          <ac:chgData name="Zhe-chen Guo" userId="0986ba69-d464-4b14-8a8b-a47eb0c14b34" providerId="ADAL" clId="{B0F93451-27FD-484D-A224-18998ED63AD3}" dt="2025-12-15T23:33:42.782" v="107" actId="478"/>
          <ac:spMkLst>
            <pc:docMk/>
            <pc:sldMk cId="2778852329" sldId="257"/>
            <ac:spMk id="2" creationId="{F57DC012-6280-42DE-B34C-C59BA230F43E}"/>
          </ac:spMkLst>
        </pc:spChg>
        <pc:spChg chg="del">
          <ac:chgData name="Zhe-chen Guo" userId="0986ba69-d464-4b14-8a8b-a47eb0c14b34" providerId="ADAL" clId="{B0F93451-27FD-484D-A224-18998ED63AD3}" dt="2025-12-15T23:33:42.782" v="107" actId="478"/>
          <ac:spMkLst>
            <pc:docMk/>
            <pc:sldMk cId="2778852329" sldId="257"/>
            <ac:spMk id="3" creationId="{4DFF8D79-64AA-6180-0BED-54D7EEC27EB3}"/>
          </ac:spMkLst>
        </pc:spChg>
        <pc:picChg chg="add mod">
          <ac:chgData name="Zhe-chen Guo" userId="0986ba69-d464-4b14-8a8b-a47eb0c14b34" providerId="ADAL" clId="{B0F93451-27FD-484D-A224-18998ED63AD3}" dt="2025-12-15T23:34:42.124" v="154" actId="1076"/>
          <ac:picMkLst>
            <pc:docMk/>
            <pc:sldMk cId="2778852329" sldId="257"/>
            <ac:picMk id="5" creationId="{8E65F01D-2312-ED0F-8617-4859FF9C1972}"/>
          </ac:picMkLst>
        </pc:picChg>
      </pc:sldChg>
      <pc:sldMasterChg chg="modSp modSldLayout">
        <pc:chgData name="Zhe-chen Guo" userId="0986ba69-d464-4b14-8a8b-a47eb0c14b34" providerId="ADAL" clId="{B0F93451-27FD-484D-A224-18998ED63AD3}" dt="2025-12-15T23:29:47.168" v="82"/>
        <pc:sldMasterMkLst>
          <pc:docMk/>
          <pc:sldMasterMk cId="3520260508" sldId="2147483732"/>
        </pc:sldMasterMkLst>
        <pc:spChg chg="mod">
          <ac:chgData name="Zhe-chen Guo" userId="0986ba69-d464-4b14-8a8b-a47eb0c14b34" providerId="ADAL" clId="{B0F93451-27FD-484D-A224-18998ED63AD3}" dt="2025-12-15T23:29:47.168" v="82"/>
          <ac:spMkLst>
            <pc:docMk/>
            <pc:sldMasterMk cId="3520260508" sldId="2147483732"/>
            <ac:spMk id="2" creationId="{00000000-0000-0000-0000-000000000000}"/>
          </ac:spMkLst>
        </pc:spChg>
        <pc:spChg chg="mod">
          <ac:chgData name="Zhe-chen Guo" userId="0986ba69-d464-4b14-8a8b-a47eb0c14b34" providerId="ADAL" clId="{B0F93451-27FD-484D-A224-18998ED63AD3}" dt="2025-12-15T23:29:47.168" v="82"/>
          <ac:spMkLst>
            <pc:docMk/>
            <pc:sldMasterMk cId="3520260508" sldId="2147483732"/>
            <ac:spMk id="3" creationId="{00000000-0000-0000-0000-000000000000}"/>
          </ac:spMkLst>
        </pc:spChg>
        <pc:spChg chg="mod">
          <ac:chgData name="Zhe-chen Guo" userId="0986ba69-d464-4b14-8a8b-a47eb0c14b34" providerId="ADAL" clId="{B0F93451-27FD-484D-A224-18998ED63AD3}" dt="2025-12-15T23:29:47.168" v="82"/>
          <ac:spMkLst>
            <pc:docMk/>
            <pc:sldMasterMk cId="3520260508" sldId="2147483732"/>
            <ac:spMk id="4" creationId="{00000000-0000-0000-0000-000000000000}"/>
          </ac:spMkLst>
        </pc:spChg>
        <pc:spChg chg="mod">
          <ac:chgData name="Zhe-chen Guo" userId="0986ba69-d464-4b14-8a8b-a47eb0c14b34" providerId="ADAL" clId="{B0F93451-27FD-484D-A224-18998ED63AD3}" dt="2025-12-15T23:29:47.168" v="82"/>
          <ac:spMkLst>
            <pc:docMk/>
            <pc:sldMasterMk cId="3520260508" sldId="2147483732"/>
            <ac:spMk id="5" creationId="{00000000-0000-0000-0000-000000000000}"/>
          </ac:spMkLst>
        </pc:spChg>
        <pc:spChg chg="mod">
          <ac:chgData name="Zhe-chen Guo" userId="0986ba69-d464-4b14-8a8b-a47eb0c14b34" providerId="ADAL" clId="{B0F93451-27FD-484D-A224-18998ED63AD3}" dt="2025-12-15T23:29:47.168" v="82"/>
          <ac:spMkLst>
            <pc:docMk/>
            <pc:sldMasterMk cId="3520260508" sldId="2147483732"/>
            <ac:spMk id="6" creationId="{00000000-0000-0000-0000-000000000000}"/>
          </ac:spMkLst>
        </pc:sp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3292688209" sldId="2147483733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3292688209" sldId="2147483733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3292688209" sldId="2147483733"/>
              <ac:spMk id="3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4012107492" sldId="2147483735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4012107492" sldId="2147483735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4012107492" sldId="2147483735"/>
              <ac:spMk id="3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3035148068" sldId="2147483736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3035148068" sldId="2147483736"/>
              <ac:spMk id="3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3035148068" sldId="2147483736"/>
              <ac:spMk id="4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2500854992" sldId="2147483737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00854992" sldId="2147483737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00854992" sldId="2147483737"/>
              <ac:spMk id="3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00854992" sldId="2147483737"/>
              <ac:spMk id="4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00854992" sldId="2147483737"/>
              <ac:spMk id="5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00854992" sldId="2147483737"/>
              <ac:spMk id="6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2146076" sldId="2147483740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146076" sldId="2147483740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146076" sldId="2147483740"/>
              <ac:spMk id="3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146076" sldId="2147483740"/>
              <ac:spMk id="4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4044649231" sldId="2147483741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4044649231" sldId="2147483741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4044649231" sldId="2147483741"/>
              <ac:spMk id="3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4044649231" sldId="2147483741"/>
              <ac:spMk id="4" creationId="{00000000-0000-0000-0000-000000000000}"/>
            </ac:spMkLst>
          </pc:spChg>
        </pc:sldLayoutChg>
        <pc:sldLayoutChg chg="modSp">
          <pc:chgData name="Zhe-chen Guo" userId="0986ba69-d464-4b14-8a8b-a47eb0c14b34" providerId="ADAL" clId="{B0F93451-27FD-484D-A224-18998ED63AD3}" dt="2025-12-15T23:29:47.168" v="82"/>
          <pc:sldLayoutMkLst>
            <pc:docMk/>
            <pc:sldMasterMk cId="3520260508" sldId="2147483732"/>
            <pc:sldLayoutMk cId="256842386" sldId="2147483743"/>
          </pc:sldLayoutMkLst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6842386" sldId="2147483743"/>
              <ac:spMk id="2" creationId="{00000000-0000-0000-0000-000000000000}"/>
            </ac:spMkLst>
          </pc:spChg>
          <pc:spChg chg="mod">
            <ac:chgData name="Zhe-chen Guo" userId="0986ba69-d464-4b14-8a8b-a47eb0c14b34" providerId="ADAL" clId="{B0F93451-27FD-484D-A224-18998ED63AD3}" dt="2025-12-15T23:29:47.168" v="82"/>
            <ac:spMkLst>
              <pc:docMk/>
              <pc:sldMasterMk cId="3520260508" sldId="2147483732"/>
              <pc:sldLayoutMk cId="256842386" sldId="214748374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204C2-E0AB-4E0A-9AFD-902868A65EFA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4700" y="1143000"/>
            <a:ext cx="5308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4BFA6-1EC8-41C1-A13C-E1B5BB5A0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5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4BFA6-1EC8-41C1-A13C-E1B5BB5A06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83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530" y="374121"/>
            <a:ext cx="2949179" cy="795867"/>
          </a:xfrm>
        </p:spPr>
        <p:txBody>
          <a:bodyPr anchor="b"/>
          <a:lstStyle>
            <a:lvl1pPr algn="ctr">
              <a:defRPr sz="19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530" y="1200679"/>
            <a:ext cx="2949179" cy="551921"/>
          </a:xfrm>
        </p:spPr>
        <p:txBody>
          <a:bodyPr/>
          <a:lstStyle>
            <a:lvl1pPr marL="0" indent="0" algn="ctr">
              <a:buNone/>
              <a:defRPr sz="774"/>
            </a:lvl1pPr>
            <a:lvl2pPr marL="147447" indent="0" algn="ctr">
              <a:buNone/>
              <a:defRPr sz="645"/>
            </a:lvl2pPr>
            <a:lvl3pPr marL="294894" indent="0" algn="ctr">
              <a:buNone/>
              <a:defRPr sz="581"/>
            </a:lvl3pPr>
            <a:lvl4pPr marL="442341" indent="0" algn="ctr">
              <a:buNone/>
              <a:defRPr sz="516"/>
            </a:lvl4pPr>
            <a:lvl5pPr marL="589788" indent="0" algn="ctr">
              <a:buNone/>
              <a:defRPr sz="516"/>
            </a:lvl5pPr>
            <a:lvl6pPr marL="737235" indent="0" algn="ctr">
              <a:buNone/>
              <a:defRPr sz="516"/>
            </a:lvl6pPr>
            <a:lvl7pPr marL="884682" indent="0" algn="ctr">
              <a:buNone/>
              <a:defRPr sz="516"/>
            </a:lvl7pPr>
            <a:lvl8pPr marL="1032129" indent="0" algn="ctr">
              <a:buNone/>
              <a:defRPr sz="516"/>
            </a:lvl8pPr>
            <a:lvl9pPr marL="1179576" indent="0" algn="ctr">
              <a:buNone/>
              <a:defRPr sz="5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2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93" y="569913"/>
            <a:ext cx="3391555" cy="950912"/>
          </a:xfrm>
        </p:spPr>
        <p:txBody>
          <a:bodyPr anchor="b"/>
          <a:lstStyle>
            <a:lvl1pPr>
              <a:defRPr sz="19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293" y="1529821"/>
            <a:ext cx="3391555" cy="500062"/>
          </a:xfrm>
        </p:spPr>
        <p:txBody>
          <a:bodyPr/>
          <a:lstStyle>
            <a:lvl1pPr marL="0" indent="0">
              <a:buNone/>
              <a:defRPr sz="774">
                <a:solidFill>
                  <a:schemeClr val="tx1">
                    <a:tint val="82000"/>
                  </a:schemeClr>
                </a:solidFill>
              </a:defRPr>
            </a:lvl1pPr>
            <a:lvl2pPr marL="147447" indent="0">
              <a:buNone/>
              <a:defRPr sz="645">
                <a:solidFill>
                  <a:schemeClr val="tx1">
                    <a:tint val="82000"/>
                  </a:schemeClr>
                </a:solidFill>
              </a:defRPr>
            </a:lvl2pPr>
            <a:lvl3pPr marL="294894" indent="0">
              <a:buNone/>
              <a:defRPr sz="581">
                <a:solidFill>
                  <a:schemeClr val="tx1">
                    <a:tint val="82000"/>
                  </a:schemeClr>
                </a:solidFill>
              </a:defRPr>
            </a:lvl3pPr>
            <a:lvl4pPr marL="442341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4pPr>
            <a:lvl5pPr marL="589788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5pPr>
            <a:lvl6pPr marL="737235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6pPr>
            <a:lvl7pPr marL="884682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7pPr>
            <a:lvl8pPr marL="1032129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8pPr>
            <a:lvl9pPr marL="1179576" indent="0">
              <a:buNone/>
              <a:defRPr sz="5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2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0341" y="608542"/>
            <a:ext cx="1671201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90696" y="608542"/>
            <a:ext cx="1671201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3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121709"/>
            <a:ext cx="339155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54" y="560388"/>
            <a:ext cx="1663521" cy="274637"/>
          </a:xfrm>
        </p:spPr>
        <p:txBody>
          <a:bodyPr anchor="b"/>
          <a:lstStyle>
            <a:lvl1pPr marL="0" indent="0">
              <a:buNone/>
              <a:defRPr sz="774" b="1"/>
            </a:lvl1pPr>
            <a:lvl2pPr marL="147447" indent="0">
              <a:buNone/>
              <a:defRPr sz="645" b="1"/>
            </a:lvl2pPr>
            <a:lvl3pPr marL="294894" indent="0">
              <a:buNone/>
              <a:defRPr sz="581" b="1"/>
            </a:lvl3pPr>
            <a:lvl4pPr marL="442341" indent="0">
              <a:buNone/>
              <a:defRPr sz="516" b="1"/>
            </a:lvl4pPr>
            <a:lvl5pPr marL="589788" indent="0">
              <a:buNone/>
              <a:defRPr sz="516" b="1"/>
            </a:lvl5pPr>
            <a:lvl6pPr marL="737235" indent="0">
              <a:buNone/>
              <a:defRPr sz="516" b="1"/>
            </a:lvl6pPr>
            <a:lvl7pPr marL="884682" indent="0">
              <a:buNone/>
              <a:defRPr sz="516" b="1"/>
            </a:lvl7pPr>
            <a:lvl8pPr marL="1032129" indent="0">
              <a:buNone/>
              <a:defRPr sz="516" b="1"/>
            </a:lvl8pPr>
            <a:lvl9pPr marL="1179576" indent="0">
              <a:buNone/>
              <a:defRPr sz="5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0854" y="835025"/>
            <a:ext cx="1663521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90696" y="560388"/>
            <a:ext cx="1671713" cy="274637"/>
          </a:xfrm>
        </p:spPr>
        <p:txBody>
          <a:bodyPr anchor="b"/>
          <a:lstStyle>
            <a:lvl1pPr marL="0" indent="0">
              <a:buNone/>
              <a:defRPr sz="774" b="1"/>
            </a:lvl1pPr>
            <a:lvl2pPr marL="147447" indent="0">
              <a:buNone/>
              <a:defRPr sz="645" b="1"/>
            </a:lvl2pPr>
            <a:lvl3pPr marL="294894" indent="0">
              <a:buNone/>
              <a:defRPr sz="581" b="1"/>
            </a:lvl3pPr>
            <a:lvl4pPr marL="442341" indent="0">
              <a:buNone/>
              <a:defRPr sz="516" b="1"/>
            </a:lvl4pPr>
            <a:lvl5pPr marL="589788" indent="0">
              <a:buNone/>
              <a:defRPr sz="516" b="1"/>
            </a:lvl5pPr>
            <a:lvl6pPr marL="737235" indent="0">
              <a:buNone/>
              <a:defRPr sz="516" b="1"/>
            </a:lvl6pPr>
            <a:lvl7pPr marL="884682" indent="0">
              <a:buNone/>
              <a:defRPr sz="516" b="1"/>
            </a:lvl7pPr>
            <a:lvl8pPr marL="1032129" indent="0">
              <a:buNone/>
              <a:defRPr sz="516" b="1"/>
            </a:lvl8pPr>
            <a:lvl9pPr marL="1179576" indent="0">
              <a:buNone/>
              <a:defRPr sz="5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90696" y="835025"/>
            <a:ext cx="1671713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8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1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3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152400"/>
            <a:ext cx="1268249" cy="533400"/>
          </a:xfrm>
        </p:spPr>
        <p:txBody>
          <a:bodyPr anchor="b"/>
          <a:lstStyle>
            <a:lvl1pPr>
              <a:defRPr sz="1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714" y="329142"/>
            <a:ext cx="1990695" cy="1624542"/>
          </a:xfrm>
        </p:spPr>
        <p:txBody>
          <a:bodyPr/>
          <a:lstStyle>
            <a:lvl1pPr>
              <a:defRPr sz="1032"/>
            </a:lvl1pPr>
            <a:lvl2pPr>
              <a:defRPr sz="903"/>
            </a:lvl2pPr>
            <a:lvl3pPr>
              <a:defRPr sz="774"/>
            </a:lvl3pPr>
            <a:lvl4pPr>
              <a:defRPr sz="645"/>
            </a:lvl4pPr>
            <a:lvl5pPr>
              <a:defRPr sz="645"/>
            </a:lvl5pPr>
            <a:lvl6pPr>
              <a:defRPr sz="645"/>
            </a:lvl6pPr>
            <a:lvl7pPr>
              <a:defRPr sz="645"/>
            </a:lvl7pPr>
            <a:lvl8pPr>
              <a:defRPr sz="645"/>
            </a:lvl8pPr>
            <a:lvl9pPr>
              <a:defRPr sz="6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0854" y="685800"/>
            <a:ext cx="1268249" cy="1270529"/>
          </a:xfrm>
        </p:spPr>
        <p:txBody>
          <a:bodyPr/>
          <a:lstStyle>
            <a:lvl1pPr marL="0" indent="0">
              <a:buNone/>
              <a:defRPr sz="516"/>
            </a:lvl1pPr>
            <a:lvl2pPr marL="147447" indent="0">
              <a:buNone/>
              <a:defRPr sz="451"/>
            </a:lvl2pPr>
            <a:lvl3pPr marL="294894" indent="0">
              <a:buNone/>
              <a:defRPr sz="387"/>
            </a:lvl3pPr>
            <a:lvl4pPr marL="442341" indent="0">
              <a:buNone/>
              <a:defRPr sz="323"/>
            </a:lvl4pPr>
            <a:lvl5pPr marL="589788" indent="0">
              <a:buNone/>
              <a:defRPr sz="323"/>
            </a:lvl5pPr>
            <a:lvl6pPr marL="737235" indent="0">
              <a:buNone/>
              <a:defRPr sz="323"/>
            </a:lvl6pPr>
            <a:lvl7pPr marL="884682" indent="0">
              <a:buNone/>
              <a:defRPr sz="323"/>
            </a:lvl7pPr>
            <a:lvl8pPr marL="1032129" indent="0">
              <a:buNone/>
              <a:defRPr sz="323"/>
            </a:lvl8pPr>
            <a:lvl9pPr marL="1179576" indent="0">
              <a:buNone/>
              <a:defRPr sz="3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5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152400"/>
            <a:ext cx="1268249" cy="533400"/>
          </a:xfrm>
        </p:spPr>
        <p:txBody>
          <a:bodyPr anchor="b"/>
          <a:lstStyle>
            <a:lvl1pPr>
              <a:defRPr sz="1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71714" y="329142"/>
            <a:ext cx="1990695" cy="1624542"/>
          </a:xfrm>
        </p:spPr>
        <p:txBody>
          <a:bodyPr anchor="t"/>
          <a:lstStyle>
            <a:lvl1pPr marL="0" indent="0">
              <a:buNone/>
              <a:defRPr sz="1032"/>
            </a:lvl1pPr>
            <a:lvl2pPr marL="147447" indent="0">
              <a:buNone/>
              <a:defRPr sz="903"/>
            </a:lvl2pPr>
            <a:lvl3pPr marL="294894" indent="0">
              <a:buNone/>
              <a:defRPr sz="774"/>
            </a:lvl3pPr>
            <a:lvl4pPr marL="442341" indent="0">
              <a:buNone/>
              <a:defRPr sz="645"/>
            </a:lvl4pPr>
            <a:lvl5pPr marL="589788" indent="0">
              <a:buNone/>
              <a:defRPr sz="645"/>
            </a:lvl5pPr>
            <a:lvl6pPr marL="737235" indent="0">
              <a:buNone/>
              <a:defRPr sz="645"/>
            </a:lvl6pPr>
            <a:lvl7pPr marL="884682" indent="0">
              <a:buNone/>
              <a:defRPr sz="645"/>
            </a:lvl7pPr>
            <a:lvl8pPr marL="1032129" indent="0">
              <a:buNone/>
              <a:defRPr sz="645"/>
            </a:lvl8pPr>
            <a:lvl9pPr marL="1179576" indent="0">
              <a:buNone/>
              <a:defRPr sz="6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0854" y="685800"/>
            <a:ext cx="1268249" cy="1270529"/>
          </a:xfrm>
        </p:spPr>
        <p:txBody>
          <a:bodyPr/>
          <a:lstStyle>
            <a:lvl1pPr marL="0" indent="0">
              <a:buNone/>
              <a:defRPr sz="516"/>
            </a:lvl1pPr>
            <a:lvl2pPr marL="147447" indent="0">
              <a:buNone/>
              <a:defRPr sz="451"/>
            </a:lvl2pPr>
            <a:lvl3pPr marL="294894" indent="0">
              <a:buNone/>
              <a:defRPr sz="387"/>
            </a:lvl3pPr>
            <a:lvl4pPr marL="442341" indent="0">
              <a:buNone/>
              <a:defRPr sz="323"/>
            </a:lvl4pPr>
            <a:lvl5pPr marL="589788" indent="0">
              <a:buNone/>
              <a:defRPr sz="323"/>
            </a:lvl5pPr>
            <a:lvl6pPr marL="737235" indent="0">
              <a:buNone/>
              <a:defRPr sz="323"/>
            </a:lvl6pPr>
            <a:lvl7pPr marL="884682" indent="0">
              <a:buNone/>
              <a:defRPr sz="323"/>
            </a:lvl7pPr>
            <a:lvl8pPr marL="1032129" indent="0">
              <a:buNone/>
              <a:defRPr sz="323"/>
            </a:lvl8pPr>
            <a:lvl9pPr marL="1179576" indent="0">
              <a:buNone/>
              <a:defRPr sz="3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14008" y="121709"/>
            <a:ext cx="847889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0342" y="121709"/>
            <a:ext cx="2494513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42" y="121709"/>
            <a:ext cx="339155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342" y="608542"/>
            <a:ext cx="339155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0341" y="2118784"/>
            <a:ext cx="884754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6D184-6480-4D91-AC75-5ED3C04D283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02554" y="2118784"/>
            <a:ext cx="132713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77143" y="2118784"/>
            <a:ext cx="884754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622F4-B454-4B78-9935-63952EB8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294894" rtl="0" eaLnBrk="1" latinLnBrk="0" hangingPunct="1">
        <a:lnSpc>
          <a:spcPct val="90000"/>
        </a:lnSpc>
        <a:spcBef>
          <a:spcPct val="0"/>
        </a:spcBef>
        <a:buNone/>
        <a:defRPr sz="14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724" indent="-73724" algn="l" defTabSz="29489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903" kern="1200">
          <a:solidFill>
            <a:schemeClr val="tx1"/>
          </a:solidFill>
          <a:latin typeface="+mn-lt"/>
          <a:ea typeface="+mn-ea"/>
          <a:cs typeface="+mn-cs"/>
        </a:defRPr>
      </a:lvl1pPr>
      <a:lvl2pPr marL="221171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2pPr>
      <a:lvl3pPr marL="368618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645" kern="1200">
          <a:solidFill>
            <a:schemeClr val="tx1"/>
          </a:solidFill>
          <a:latin typeface="+mn-lt"/>
          <a:ea typeface="+mn-ea"/>
          <a:cs typeface="+mn-cs"/>
        </a:defRPr>
      </a:lvl3pPr>
      <a:lvl4pPr marL="516065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4pPr>
      <a:lvl5pPr marL="663512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5pPr>
      <a:lvl6pPr marL="810959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6pPr>
      <a:lvl7pPr marL="958406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7pPr>
      <a:lvl8pPr marL="1105853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8pPr>
      <a:lvl9pPr marL="1253300" indent="-73724" algn="l" defTabSz="294894" rtl="0" eaLnBrk="1" latinLnBrk="0" hangingPunct="1">
        <a:lnSpc>
          <a:spcPct val="90000"/>
        </a:lnSpc>
        <a:spcBef>
          <a:spcPts val="161"/>
        </a:spcBef>
        <a:buFont typeface="Arial" panose="020B0604020202020204" pitchFamily="34" charset="0"/>
        <a:buChar char="•"/>
        <a:defRPr sz="5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1pPr>
      <a:lvl2pPr marL="147447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2pPr>
      <a:lvl3pPr marL="294894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3pPr>
      <a:lvl4pPr marL="442341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4pPr>
      <a:lvl5pPr marL="589788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5pPr>
      <a:lvl6pPr marL="737235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6pPr>
      <a:lvl7pPr marL="884682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7pPr>
      <a:lvl8pPr marL="1032129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8pPr>
      <a:lvl9pPr marL="1179576" algn="l" defTabSz="294894" rtl="0" eaLnBrk="1" latinLnBrk="0" hangingPunct="1">
        <a:defRPr sz="5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raphic 564">
            <a:extLst>
              <a:ext uri="{FF2B5EF4-FFF2-40B4-BE49-F238E27FC236}">
                <a16:creationId xmlns:a16="http://schemas.microsoft.com/office/drawing/2014/main" id="{A3D011CC-8EDE-28E1-D312-0460344617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848" t="9353" r="52330" b="29947"/>
          <a:stretch>
            <a:fillRect/>
          </a:stretch>
        </p:blipFill>
        <p:spPr>
          <a:xfrm>
            <a:off x="134433" y="28575"/>
            <a:ext cx="3553648" cy="2228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97A1A7-A603-576F-38A1-C6953CFC7DA5}"/>
              </a:ext>
            </a:extLst>
          </p:cNvPr>
          <p:cNvSpPr txBox="1"/>
          <p:nvPr/>
        </p:nvSpPr>
        <p:spPr>
          <a:xfrm>
            <a:off x="0" y="893902"/>
            <a:ext cx="387157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 err="1">
                <a:ln w="190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NeuraSpeech</a:t>
            </a:r>
            <a:endParaRPr lang="en-US" sz="4500" b="1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24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2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Northwestern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Zhe-chen Guo</dc:creator>
  <cp:lastModifiedBy>Zhe-chen Guo</cp:lastModifiedBy>
  <cp:revision>1</cp:revision>
  <dcterms:created xsi:type="dcterms:W3CDTF">2025-12-15T23:15:55Z</dcterms:created>
  <dcterms:modified xsi:type="dcterms:W3CDTF">2025-12-15T23:59:49Z</dcterms:modified>
</cp:coreProperties>
</file>